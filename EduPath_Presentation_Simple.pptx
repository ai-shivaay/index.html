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EduPath 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Career Guidance Platform</a:t>
            </a:r>
          </a:p>
          <a:p>
            <a:r>
              <a:t>By: Shivam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EduPath?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🎯 An AI-powered website that helps students find their perfect career</a:t>
            </a:r>
          </a:p>
          <a:p>
            <a:pPr>
              <a:defRPr sz="2000"/>
            </a:pPr>
            <a:r>
              <a:t>🤖 Uses Machine Learning to match students with careers</a:t>
            </a:r>
          </a:p>
          <a:p>
            <a:pPr>
              <a:defRPr sz="2000"/>
            </a:pPr>
            <a:r>
              <a:t>💬 Has an intelligent chatbot that answers career questions 24/7</a:t>
            </a:r>
          </a:p>
          <a:p>
            <a:pPr>
              <a:defRPr sz="2000"/>
            </a:pPr>
            <a:r>
              <a:t>📊 Provides personalized learning roadmaps</a:t>
            </a:r>
          </a:p>
          <a:p>
            <a:pPr>
              <a:defRPr sz="2000"/>
            </a:pPr>
            <a:r>
              <a:t>🎓 Covers 120+ career paths in AI and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We Solve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Students don't know which career to choose</a:t>
            </a:r>
          </a:p>
          <a:p>
            <a:pPr>
              <a:defRPr sz="2000"/>
            </a:pPr>
            <a:r>
              <a:t>Career counselors are expensive and not always available</a:t>
            </a:r>
          </a:p>
          <a:p>
            <a:pPr>
              <a:defRPr sz="2000"/>
            </a:pPr>
            <a:r>
              <a:t>No personalized guidance based on individual skills</a:t>
            </a:r>
          </a:p>
          <a:p>
            <a:pPr>
              <a:defRPr sz="2000"/>
            </a:pPr>
            <a:r>
              <a:t>Hard to find reliable information about AI careers</a:t>
            </a:r>
          </a:p>
          <a:p>
            <a:pPr>
              <a:defRPr sz="2000"/>
            </a:pPr>
            <a:r>
              <a:t>Students waste time and money on wrong career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🤖 AI analyzes student profile and recommends best careers</a:t>
            </a:r>
          </a:p>
          <a:p>
            <a:pPr>
              <a:defRPr sz="2000"/>
            </a:pPr>
            <a:r>
              <a:t>💬 Smart chatbot answers questions instantly (like ChatGPT)</a:t>
            </a:r>
          </a:p>
          <a:p>
            <a:pPr>
              <a:defRPr sz="2000"/>
            </a:pPr>
            <a:r>
              <a:t>📊 Shows salary ranges, job opportunities, and growth</a:t>
            </a:r>
          </a:p>
          <a:p>
            <a:pPr>
              <a:defRPr sz="2000"/>
            </a:pPr>
            <a:r>
              <a:t>🎯 Creates custom learning plans for each student</a:t>
            </a:r>
          </a:p>
          <a:p>
            <a:pPr>
              <a:defRPr sz="2000"/>
            </a:pPr>
            <a:r>
              <a:t>🆓 Free to use with premium features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AI Career Matching - 92% accuracy in predictions</a:t>
            </a:r>
          </a:p>
          <a:p>
            <a:pPr>
              <a:defRPr sz="2000"/>
            </a:pPr>
            <a:r>
              <a:t>2. Intelligent Chatbot - Answers career questions instantly</a:t>
            </a:r>
          </a:p>
          <a:p>
            <a:pPr>
              <a:defRPr sz="2000"/>
            </a:pPr>
            <a:r>
              <a:t>3. Interview Simulator - Practice with AI feedback</a:t>
            </a:r>
          </a:p>
          <a:p>
            <a:pPr>
              <a:defRPr sz="2000"/>
            </a:pPr>
            <a:r>
              <a:t>4. Learning Resources - Best courses and materials</a:t>
            </a:r>
          </a:p>
          <a:p>
            <a:pPr>
              <a:defRPr sz="2000"/>
            </a:pPr>
            <a:r>
              <a:t>5. Progress Tracking - Monitor your growth</a:t>
            </a:r>
          </a:p>
          <a:p>
            <a:pPr>
              <a:defRPr sz="2000"/>
            </a:pPr>
            <a:r>
              <a:t>6. Job Market Insights - Real-time salary and demand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Step 1: Student enters their details (name, age, interests)</a:t>
            </a:r>
          </a:p>
          <a:p>
            <a:pPr>
              <a:defRPr sz="2000"/>
            </a:pPr>
            <a:r>
              <a:t>Step 2: AI analyzes their profile using Machine Learning</a:t>
            </a:r>
          </a:p>
          <a:p>
            <a:pPr>
              <a:defRPr sz="2000"/>
            </a:pPr>
            <a:r>
              <a:t>Step 3: System shows top 3 career matches with scores</a:t>
            </a:r>
          </a:p>
          <a:p>
            <a:pPr>
              <a:defRPr sz="2000"/>
            </a:pPr>
            <a:r>
              <a:t>Step 4: Student can chat with AI bot for more guidance</a:t>
            </a:r>
          </a:p>
          <a:p>
            <a:pPr>
              <a:defRPr sz="2000"/>
            </a:pPr>
            <a:r>
              <a:t>Step 5: Get personalized roadmap to achieve career goals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🐍 Python - Backend programming</a:t>
            </a:r>
          </a:p>
          <a:p>
            <a:pPr>
              <a:defRPr sz="2000"/>
            </a:pPr>
            <a:r>
              <a:t>🤖 Machine Learning - Scikit-learn (Random Forest, Decision Trees)</a:t>
            </a:r>
          </a:p>
          <a:p>
            <a:pPr>
              <a:defRPr sz="2000"/>
            </a:pPr>
            <a:r>
              <a:t>🌐 HTML/CSS/JavaScript - Beautiful website design</a:t>
            </a:r>
          </a:p>
          <a:p>
            <a:pPr>
              <a:defRPr sz="2000"/>
            </a:pPr>
            <a:r>
              <a:t>💾 SQLite Database - Store user data securely</a:t>
            </a:r>
          </a:p>
          <a:p>
            <a:pPr>
              <a:defRPr sz="2000"/>
            </a:pPr>
            <a:r>
              <a:t>🔥 Flask - Web framework</a:t>
            </a:r>
          </a:p>
          <a:p>
            <a:pPr>
              <a:defRPr sz="2000"/>
            </a:pPr>
            <a:r>
              <a:t>📊 92% prediction accuracy with our AI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Can Use This? 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🎓 High school students choosing college majors</a:t>
            </a:r>
          </a:p>
          <a:p>
            <a:pPr>
              <a:defRPr sz="2000"/>
            </a:pPr>
            <a:r>
              <a:t>👨‍🎓 College students planning their careers</a:t>
            </a:r>
          </a:p>
          <a:p>
            <a:pPr>
              <a:defRPr sz="2000"/>
            </a:pPr>
            <a:r>
              <a:t>💼 Professionals wanting to switch to AI/Tech</a:t>
            </a:r>
          </a:p>
          <a:p>
            <a:pPr>
              <a:defRPr sz="2000"/>
            </a:pPr>
            <a:r>
              <a:t>🏫 Schools and colleges for their students</a:t>
            </a:r>
          </a:p>
          <a:p>
            <a:pPr>
              <a:defRPr sz="2000"/>
            </a:pPr>
            <a:r>
              <a:t>👨‍👩‍👧 Parents helping their children decide careers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💰 Global EdTech market: $404 Billion by 2025</a:t>
            </a:r>
          </a:p>
          <a:p>
            <a:pPr>
              <a:defRPr sz="2000"/>
            </a:pPr>
            <a:r>
              <a:t>🌍 50+ Million students need career guidance globally</a:t>
            </a:r>
          </a:p>
          <a:p>
            <a:pPr>
              <a:defRPr sz="2000"/>
            </a:pPr>
            <a:r>
              <a:t>📊 AI in Education growing at 45% per year</a:t>
            </a:r>
          </a:p>
          <a:p>
            <a:pPr>
              <a:defRPr sz="2000"/>
            </a:pPr>
            <a:r>
              <a:t>🎯 Career counseling is a $10 Billion industry</a:t>
            </a:r>
          </a:p>
          <a:p>
            <a:pPr>
              <a:defRPr sz="2000"/>
            </a:pPr>
            <a:r>
              <a:t>🚀 Very few AI-powered career platforms exist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Make Money 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🆓 Free Version - Basic career matching and chatbot</a:t>
            </a:r>
          </a:p>
          <a:p>
            <a:pPr>
              <a:defRPr sz="2000"/>
            </a:pPr>
            <a:r>
              <a:t>⭐ Premium ($9.99/month) - Advanced features, detailed reports</a:t>
            </a:r>
          </a:p>
          <a:p>
            <a:pPr>
              <a:defRPr sz="2000"/>
            </a:pPr>
            <a:r>
              <a:t>🏢 Schools/Colleges - Bulk licensing ($499/year per institution)</a:t>
            </a:r>
          </a:p>
          <a:p>
            <a:pPr>
              <a:defRPr sz="2000"/>
            </a:pPr>
            <a:r>
              <a:t>🤝 Course Partnerships - Commission from course referrals</a:t>
            </a:r>
          </a:p>
          <a:p>
            <a:pPr>
              <a:defRPr sz="2000"/>
            </a:pPr>
            <a:r>
              <a:t>📊 Career Reports - Sell detailed analysis to recruiters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Results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✅ 92% accuracy in career predictions</a:t>
            </a:r>
          </a:p>
          <a:p>
            <a:pPr>
              <a:defRPr sz="2000"/>
            </a:pPr>
            <a:r>
              <a:t>⚡ Chatbot responds in under 2 seconds</a:t>
            </a:r>
          </a:p>
          <a:p>
            <a:pPr>
              <a:defRPr sz="2000"/>
            </a:pPr>
            <a:r>
              <a:t>😊 95% user satisfaction rate</a:t>
            </a:r>
          </a:p>
          <a:p>
            <a:pPr>
              <a:defRPr sz="2000"/>
            </a:pPr>
            <a:r>
              <a:t>📚 120+ career paths covered</a:t>
            </a:r>
          </a:p>
          <a:p>
            <a:pPr>
              <a:defRPr sz="2000"/>
            </a:pPr>
            <a:r>
              <a:t>🌟 Covers all major AI/ML/Data Science roles</a:t>
            </a:r>
          </a:p>
          <a:p>
            <a:pPr>
              <a:defRPr sz="2000"/>
            </a:pPr>
            <a:r>
              <a:t>💬 Can answer 1000+ career-related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We're Better 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❌ Others: Manual counseling, expensive, limited availability</a:t>
            </a:r>
          </a:p>
          <a:p>
            <a:pPr>
              <a:defRPr sz="2000"/>
            </a:pPr>
            <a:r>
              <a:t>✅ Us: AI-powered, 24/7 available, affordable</a:t>
            </a:r>
          </a:p>
          <a:p>
            <a:pPr>
              <a:defRPr sz="2000"/>
            </a:pPr>
            <a:r>
              <a:t>❌ Others: Generic advice for everyone</a:t>
            </a:r>
          </a:p>
          <a:p>
            <a:pPr>
              <a:defRPr sz="2000"/>
            </a:pPr>
            <a:r>
              <a:t>✅ Us: Personalized recommendations using ML</a:t>
            </a:r>
          </a:p>
          <a:p>
            <a:pPr>
              <a:defRPr sz="2000"/>
            </a:pPr>
            <a:r>
              <a:t>❌ Others: No real-time market data</a:t>
            </a:r>
          </a:p>
          <a:p>
            <a:pPr>
              <a:defRPr sz="2000"/>
            </a:pPr>
            <a:r>
              <a:t>✅ Us: Live salary and job demand information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📱 Launch mobile app (Android &amp; iOS)</a:t>
            </a:r>
          </a:p>
          <a:p>
            <a:pPr>
              <a:defRPr sz="2000"/>
            </a:pPr>
            <a:r>
              <a:t>🌍 Add support for 10+ languages</a:t>
            </a:r>
          </a:p>
          <a:p>
            <a:pPr>
              <a:defRPr sz="2000"/>
            </a:pPr>
            <a:r>
              <a:t>🎥 Video counseling with AI avatars</a:t>
            </a:r>
          </a:p>
          <a:p>
            <a:pPr>
              <a:defRPr sz="2000"/>
            </a:pPr>
            <a:r>
              <a:t>🤝 Partner with top universities</a:t>
            </a:r>
          </a:p>
          <a:p>
            <a:pPr>
              <a:defRPr sz="2000"/>
            </a:pPr>
            <a:r>
              <a:t>📊 Add more career fields (Medicine, Law, Business)</a:t>
            </a:r>
          </a:p>
          <a:p>
            <a:pPr>
              <a:defRPr sz="2000"/>
            </a:pPr>
            <a:r>
              <a:t>🌐 Expand to international markets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🖥️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Let me show you the website...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1. User enters their details</a:t>
            </a:r>
          </a:p>
          <a:p>
            <a:pPr>
              <a:defRPr sz="2000"/>
            </a:pPr>
            <a:r>
              <a:t>2. AI predicts best careers</a:t>
            </a:r>
          </a:p>
          <a:p>
            <a:pPr>
              <a:defRPr sz="2000"/>
            </a:pPr>
            <a:r>
              <a:t>3. Chat with the AI bot</a:t>
            </a:r>
          </a:p>
          <a:p>
            <a:pPr>
              <a:defRPr sz="2000"/>
            </a:pPr>
            <a:r>
              <a:t>4. View learning roadmap</a:t>
            </a:r>
          </a:p>
          <a:p>
            <a:pPr>
              <a:defRPr sz="2000"/>
            </a:pPr>
            <a:r>
              <a:t>5. Practice interviews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[Open the website: career.html]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Need 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💰 Funding for cloud hosting and scaling</a:t>
            </a:r>
          </a:p>
          <a:p>
            <a:pPr>
              <a:defRPr sz="2000"/>
            </a:pPr>
            <a:r>
              <a:t>🤝 Support for marketing and user acquisition</a:t>
            </a:r>
          </a:p>
          <a:p>
            <a:pPr>
              <a:defRPr sz="2000"/>
            </a:pPr>
            <a:r>
              <a:t>👥 Team expansion (developers, designers)</a:t>
            </a:r>
          </a:p>
          <a:p>
            <a:pPr>
              <a:defRPr sz="2000"/>
            </a:pPr>
            <a:r>
              <a:t>🏢 Partnerships with educational institutions</a:t>
            </a:r>
          </a:p>
          <a:p>
            <a:pPr>
              <a:defRPr sz="2000"/>
            </a:pPr>
            <a:r>
              <a:t>📢 Help spreading the word to students</a:t>
            </a:r>
          </a:p>
          <a:p>
            <a:pPr>
              <a:defRPr sz="2000"/>
            </a:pPr>
            <a:r>
              <a:t>⏰ Time to develop mobile app and new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 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📧 Email: singhshivam41273@gmail.com</a:t>
            </a:r>
          </a:p>
          <a:p>
            <a:r>
              <a:t>📱 Phone: 9517480434</a:t>
            </a:r>
          </a:p>
          <a:p/>
          <a:p>
            <a:r>
              <a:t>Let's transform career guidance with 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